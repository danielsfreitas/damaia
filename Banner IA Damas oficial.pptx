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sldIdLst>
    <p:sldId id="256" r:id="rId5"/>
  </p:sldIdLst>
  <p:sldSz cx="32404050" cy="43205400"/>
  <p:notesSz cx="6858000" cy="9144000"/>
  <p:defaultTextStyle>
    <a:defPPr lvl="0">
      <a:defRPr lang="pt-BR"/>
    </a:defPPr>
    <a:lvl1pPr marL="0" lv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lvl="1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lvl="2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lvl="3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lvl="4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lvl="5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lvl="6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lvl="7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lvl="8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52825D-4657-4DC3-953B-C6B93BE52153}" v="1" dt="2025-11-11T02:08:18.851"/>
  </p1510:revLst>
</p1510:revInfo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500" y="-2046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zo Silva Leal" userId="7461a3c1-2190-4230-8faf-da5b523355ff" providerId="ADAL" clId="{92D247ED-47C3-4DFF-9306-308744F3ED74}"/>
    <pc:docChg chg="modSld">
      <pc:chgData name="Enzo Silva Leal" userId="7461a3c1-2190-4230-8faf-da5b523355ff" providerId="ADAL" clId="{92D247ED-47C3-4DFF-9306-308744F3ED74}" dt="2025-11-13T22:31:56.637" v="83" actId="20577"/>
      <pc:docMkLst>
        <pc:docMk/>
      </pc:docMkLst>
      <pc:sldChg chg="modSp mod">
        <pc:chgData name="Enzo Silva Leal" userId="7461a3c1-2190-4230-8faf-da5b523355ff" providerId="ADAL" clId="{92D247ED-47C3-4DFF-9306-308744F3ED74}" dt="2025-11-13T22:31:56.637" v="83" actId="20577"/>
        <pc:sldMkLst>
          <pc:docMk/>
          <pc:sldMk cId="0" sldId="256"/>
        </pc:sldMkLst>
        <pc:spChg chg="mod">
          <ac:chgData name="Enzo Silva Leal" userId="7461a3c1-2190-4230-8faf-da5b523355ff" providerId="ADAL" clId="{92D247ED-47C3-4DFF-9306-308744F3ED74}" dt="2025-11-13T22:31:56.637" v="8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nzo Silva Leal" userId="7461a3c1-2190-4230-8faf-da5b523355ff" providerId="ADAL" clId="{92D247ED-47C3-4DFF-9306-308744F3ED74}" dt="2025-11-11T02:08:36.376" v="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Enzo Silva Leal" userId="7461a3c1-2190-4230-8faf-da5b523355ff" providerId="ADAL" clId="{92D247ED-47C3-4DFF-9306-308744F3ED74}" dt="2025-11-11T02:09:42.650" v="38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Enzo Silva Leal" userId="7461a3c1-2190-4230-8faf-da5b523355ff" providerId="ADAL" clId="{92D247ED-47C3-4DFF-9306-308744F3ED74}" dt="2025-11-11T02:08:42.002" v="4" actId="2711"/>
          <ac:spMkLst>
            <pc:docMk/>
            <pc:sldMk cId="0" sldId="256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8813" y="0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74034" y="467909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JOGO DE DAMAS COM IA</a:t>
            </a:r>
            <a:b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Trabalho A3 - Inteligência Artificial</a:t>
            </a:r>
            <a:b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/>
              <a:t>Desenvolvimento de Agente Inteligente para Jogo de Estratégia</a:t>
            </a:r>
            <a:br>
              <a:rPr lang="pt-B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Enzo Silva Leal - 1272417616;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de </a:t>
            </a:r>
            <a:r>
              <a:rPr lang="pt-BR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Souza Freitas - 1272119097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Gabriel Cezar da Silveira - 12722130472;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Willian Alves Costa - 12722130546.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805" y="11437018"/>
            <a:ext cx="14785564" cy="2453750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projeto apresenta uma implementação do clássico Jogo de Damas utilizando a linguagem Python, com o objetivo principal de integrar uma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(IA)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capaz de tomar decisões estratégicas. O desenvolvimento visa demonstrar a aplicação de algoritmos de busca e avaliação em um contexto de jogo de tabuleiro com informações completas. O sistema permite o modo de dois jogadores ou o desafio contra a IA, proporcionando uma experiência interativa e funcional.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complexidade do xadrez, por exemplo, é maior, mas o jogo de Damas oferece um campo de testes ideal para introduzir conceitos de IA, como a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árvore de decisão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funções de avaliação heurística, de forma clara e eficiente.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endParaRPr lang="pt-BR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projeto foi integralmente desenvolvido na linguagem Python, escolhida por sua sintaxe clara e vasto suporte para prototipagem e algoritmos de IA. Utilizamos o VS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(Visual Studio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como ambiente de desenvolvimento integrado (IDE), aproveitando suas ferramentas de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extensões para a gestão eficiente do código. A estrutura do código baseou-se na programação orientada a objetos (POO), onde a classe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JogoDamas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encapsula todo o estado do jogo e suas funcionalidades.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processo começou com a implementação das regras básicas do jogo de Damas, focando inicialmente nos métodos de validação de movimentos e na representação matricial do tabuleiro. Para garantir a fidelidade das regras e o funcionamento correto das capturas e dos movimentos diagonais, consultamos referências em sites especializados em regras oficiais de jogos de tabuleiro, além de tutoriais e documentação da própria linguagem Python.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fase de Inteligência Artificial demandou o uso da biblioteca nativa copy (especificamente,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deepcopy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permitir a simulação de jogadas sem alterar o estado real do tabuleiro, um passo crucial para a avaliação de cenários futuros. Este processo de desenvolvimento iterativo — primeiro a base do jogo, depois a inteligência — garantiu que a lógica do jogo estivesse robusta antes de integrar o complexo motor de decisão da IA.</a:t>
            </a:r>
          </a:p>
          <a:p>
            <a:pPr algn="just"/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Figura 1 – Interface </a:t>
            </a:r>
            <a:r>
              <a:rPr lang="pt-BR" sz="6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sistema:</a:t>
            </a:r>
            <a:endParaRPr lang="pt-BR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47362" y="11438885"/>
            <a:ext cx="15576604" cy="25019200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principal resultado do projeto é a criação de um sistema de Jogo de Damas completamente funcional que permite a jogabilidade completa e um adversário desafiador controlado por IA. A IA implementada, embora de profundidade superficial (limitada à próxima jogada), demonstra a capacidade de tomar decisões lógicas e, frequentemente, ótimas, como priorizar capturas e o avanço de peças.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eficácia da IA é mensurada internamente por meio da Função de Avaliação Heurística, que traduz o estado do tabuleiro em uma pontuação numérica. Para ilustrar o processo de decisão do Motor de IA (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ia_movimento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 tabela a seguir apresenta um exemplo simulado de como as pontuações heurísticas (Colunas 1, 2 e 3) seriam calculadas para diferentes movimentos possíveis (Linhas 1 a 4) antes de a IA escolher a melhor jogada.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1 – Partidas realizadas (10 </a:t>
            </a:r>
            <a:r>
              <a:rPr lang="pt-BR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por integrante)</a:t>
            </a:r>
            <a:endParaRPr lang="pt-BR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projeto demonstra a viabilidade de implementar uma IA básica, porém estratégica, para jogos de tabuleiro utilizando heurísticas de avaliação e um algoritmo de busca de profundidade 1. O conceito de Árvore de Decisão, embora simplificado, foi efetivamente aplicado para modelar as escolhas da IA.</a:t>
            </a:r>
          </a:p>
          <a:p>
            <a:pPr algn="just"/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sucesso do projeto reside na estrutura modular do código e na função de avaliação bem definida, que traduz o estado do tabuleiro em um valor numérico para a tomada de decisão. Trabalhos futuros podem focar na implementação do algoritmo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aumentar a profundidade da busca e elevar significativamente o nível de desafio da IA.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673719"/>
              </p:ext>
            </p:extLst>
          </p:nvPr>
        </p:nvGraphicFramePr>
        <p:xfrm>
          <a:off x="16197618" y="18694708"/>
          <a:ext cx="15076574" cy="75646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02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7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63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Cenário de Partida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 Partidas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Porcentagem (%)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Análise da Ocorrência</a:t>
                      </a:r>
                      <a:endParaRPr lang="pt-BR" sz="2800" b="1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3454">
                <a:tc>
                  <a:txBody>
                    <a:bodyPr/>
                    <a:lstStyle/>
                    <a:p>
                      <a:pPr algn="l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Vitória da IA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57.5%</a:t>
                      </a:r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IA priorizou capturas e avanços, validando a alta prioridade dada a esses fatores na heurística.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90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Vitória Humana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10.0%</a:t>
                      </a:r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Foi possível vencer explorando a busca limitada (profundidade 1) do algoritmo.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79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Loops/Empates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32.5%</a:t>
                      </a:r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Indicou vulnerabilidade em cenários sem ameaças imediatas, onde o algoritmo repetiu jogadas.</a:t>
                      </a:r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61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BR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28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ubtítulo 2"/>
          <p:cNvSpPr txBox="1">
            <a:spLocks/>
          </p:cNvSpPr>
          <p:nvPr/>
        </p:nvSpPr>
        <p:spPr>
          <a:xfrm>
            <a:off x="861805" y="36941647"/>
            <a:ext cx="30749932" cy="590338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CERQUEIRA JUNIOR, Adailton de Jesus. Orientações e Tutoria sobre Modelos de IA e Fundamentação da Linguagem Python. UNIFACS, 2025. Contribuição técnica e metodológica para o desenvolvimento do projeto.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BEECROFT, Eric. Documentação Python: Módulo copy. Disponível em: https://docs.python.org/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pt-br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/3/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/copy.html. Acesso em: 01 de Outubro de 2025.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TABLE GAMES. Manual de Regras: Jogo de Damas. [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S.l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.]: 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Games, [2017]. Disponível em: https://tablegames.com.br/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wp-content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/uploads/2017/10/damas_manual_table_games.pdf. </a:t>
            </a:r>
            <a:r>
              <a:rPr lang="pt-BR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Acesso em: 10 de Novembro de 2025.</a:t>
            </a: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200" y="692779"/>
            <a:ext cx="5632458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748664"/>
            <a:ext cx="10612836" cy="2368923"/>
          </a:xfrm>
          <a:prstGeom prst="rect">
            <a:avLst/>
          </a:prstGeom>
        </p:spPr>
      </p:pic>
      <p:pic>
        <p:nvPicPr>
          <p:cNvPr id="21" name="Imagem 20" descr="Texto&#10;&#10;O conteúdo gerado por IA pode estar incorreto.">
            <a:extLst>
              <a:ext uri="{FF2B5EF4-FFF2-40B4-BE49-F238E27FC236}">
                <a16:creationId xmlns:a16="http://schemas.microsoft.com/office/drawing/2014/main" id="{ECF6C176-8751-7E64-59C5-12993F7AD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872" y="27539255"/>
            <a:ext cx="13663430" cy="86154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5230ee-e692-429d-9836-e9aa5e6ec00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94A46D20E05F40A5A8A444C6A729A0" ma:contentTypeVersion="6" ma:contentTypeDescription="Create a new document." ma:contentTypeScope="" ma:versionID="41f559de5882e8c0b2cfdb7f4fb4728e">
  <xsd:schema xmlns:xsd="http://www.w3.org/2001/XMLSchema" xmlns:xs="http://www.w3.org/2001/XMLSchema" xmlns:p="http://schemas.microsoft.com/office/2006/metadata/properties" xmlns:ns3="2f5230ee-e692-429d-9836-e9aa5e6ec001" targetNamespace="http://schemas.microsoft.com/office/2006/metadata/properties" ma:root="true" ma:fieldsID="2afde07a6d205a9c7f4dc4be19e39d4a" ns3:_="">
    <xsd:import namespace="2f5230ee-e692-429d-9836-e9aa5e6ec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230ee-e692-429d-9836-e9aa5e6ec0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80A0A7-3287-4880-86E7-9A1083AA09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BFF2FB-FA4E-41C7-9FF9-8CBA4D8B0592}">
  <ds:schemaRefs>
    <ds:schemaRef ds:uri="http://schemas.openxmlformats.org/package/2006/metadata/core-properties"/>
    <ds:schemaRef ds:uri="2f5230ee-e692-429d-9836-e9aa5e6ec001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78DE663-0897-4335-877A-8B707F1BAD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5230ee-e692-429d-9836-e9aa5e6ec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910</Words>
  <Application>Microsoft Office PowerPoint</Application>
  <PresentationFormat>Personalizar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JOGO DE DAMAS COM IA  Trabalho A3 - Inteligência Artificial Desenvolvimento de Agente Inteligente para Jogo de Estratégia  Enzo Silva Leal - 1272417616; Daniel de Souza Freitas - 1272119097 Gabriel Cezar da Silveira - 12722130472; Willian Alves Costa - 12722130546.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Enzo Silva Leal</cp:lastModifiedBy>
  <cp:revision>5</cp:revision>
  <dcterms:modified xsi:type="dcterms:W3CDTF">2025-11-21T21:20:48Z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0x0101005E94A46D20E05F40A5A8A444C6A729A0</vt:lpwstr>
  </property>
</Properties>
</file>